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07" r:id="rId1"/>
    <p:sldMasterId id="2147484979" r:id="rId2"/>
  </p:sldMasterIdLst>
  <p:notesMasterIdLst>
    <p:notesMasterId r:id="rId12"/>
  </p:notesMasterIdLst>
  <p:sldIdLst>
    <p:sldId id="256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997C1-051A-4A13-8C02-33DED601DFF7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744DD-51B2-4363-B9DE-FC594437F9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744DD-51B2-4363-B9DE-FC594437F91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21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2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34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08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80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1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34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64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30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02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727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2359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401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00925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660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81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893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409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3645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576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68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0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47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8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516" r:id="rId9"/>
    <p:sldLayoutId id="2147484517" r:id="rId10"/>
    <p:sldLayoutId id="21474845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202D5E8-73CA-4430-B7AB-F1DDBED7E341}" type="datetimeFigureOut">
              <a:rPr lang="zh-TW" altLang="en-US" smtClean="0"/>
              <a:t>2024/8/29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15A8E4D-1598-4EF5-8FD2-40059ACED1F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21960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0" r:id="rId1"/>
    <p:sldLayoutId id="2147484981" r:id="rId2"/>
    <p:sldLayoutId id="2147484982" r:id="rId3"/>
    <p:sldLayoutId id="2147484983" r:id="rId4"/>
    <p:sldLayoutId id="2147484984" r:id="rId5"/>
    <p:sldLayoutId id="2147484985" r:id="rId6"/>
    <p:sldLayoutId id="2147484986" r:id="rId7"/>
    <p:sldLayoutId id="2147484987" r:id="rId8"/>
    <p:sldLayoutId id="2147484988" r:id="rId9"/>
    <p:sldLayoutId id="2147484989" r:id="rId10"/>
    <p:sldLayoutId id="21474849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ngya88.com.tw/" TargetMode="External"/><Relationship Id="rId2" Type="http://schemas.openxmlformats.org/officeDocument/2006/relationships/hyperlink" Target="https://www.macc.com.tw/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1ACC3C-0046-F134-567C-A7A00C2361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小專題</a:t>
            </a:r>
            <a:br>
              <a:rPr lang="en-US" altLang="zh-TW" dirty="0"/>
            </a:br>
            <a:r>
              <a:rPr lang="zh-TW" altLang="en-US" dirty="0"/>
              <a:t>早餐店官網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D04E5A-0541-587F-B731-0772DC511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林家宇</a:t>
            </a:r>
          </a:p>
        </p:txBody>
      </p:sp>
    </p:spTree>
    <p:extLst>
      <p:ext uri="{BB962C8B-B14F-4D97-AF65-F5344CB8AC3E}">
        <p14:creationId xmlns:p14="http://schemas.microsoft.com/office/powerpoint/2010/main" val="129758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使用工具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0C9F5CE-5CDB-FA98-20A5-577E08F35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075" y="2346120"/>
            <a:ext cx="2165760" cy="2165760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E82B9C0-9D9E-B399-1BDD-67C293688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27" y="4784079"/>
            <a:ext cx="8719824" cy="154154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D64981FA-C1B4-FF0F-59CE-E93ECB88C7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247" y="1212350"/>
            <a:ext cx="5872362" cy="343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8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首頁</a:t>
            </a:r>
          </a:p>
        </p:txBody>
      </p:sp>
      <p:pic>
        <p:nvPicPr>
          <p:cNvPr id="8" name="內容版面配置區 6">
            <a:extLst>
              <a:ext uri="{FF2B5EF4-FFF2-40B4-BE49-F238E27FC236}">
                <a16:creationId xmlns:a16="http://schemas.microsoft.com/office/drawing/2014/main" id="{5274E7DB-271B-EB84-D64A-4FE6D6A81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2382741"/>
            <a:ext cx="6686272" cy="305043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A16A102-A4B8-2FC1-817D-E75B4CE66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336" y="753001"/>
            <a:ext cx="3067664" cy="314266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D88E65C-2C0E-1D07-D4D6-1C36D5F0C16C}"/>
              </a:ext>
            </a:extLst>
          </p:cNvPr>
          <p:cNvSpPr/>
          <p:nvPr/>
        </p:nvSpPr>
        <p:spPr>
          <a:xfrm>
            <a:off x="2650752" y="5991810"/>
            <a:ext cx="29546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2800" b="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輪播畫面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7F2965-2D8F-0E78-1610-79F7CB51C303}"/>
              </a:ext>
            </a:extLst>
          </p:cNvPr>
          <p:cNvSpPr/>
          <p:nvPr/>
        </p:nvSpPr>
        <p:spPr>
          <a:xfrm>
            <a:off x="9085689" y="4909957"/>
            <a:ext cx="16209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滾動監聽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7BFFC0D-8C41-5DD9-D681-51A90394EDC8}"/>
              </a:ext>
            </a:extLst>
          </p:cNvPr>
          <p:cNvCxnSpPr>
            <a:cxnSpLocks/>
          </p:cNvCxnSpPr>
          <p:nvPr/>
        </p:nvCxnSpPr>
        <p:spPr>
          <a:xfrm>
            <a:off x="3921600" y="4503174"/>
            <a:ext cx="206480" cy="1488636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699CB00-F311-8A5B-AE6B-34FFDCBC910A}"/>
              </a:ext>
            </a:extLst>
          </p:cNvPr>
          <p:cNvSpPr/>
          <p:nvPr/>
        </p:nvSpPr>
        <p:spPr>
          <a:xfrm>
            <a:off x="10928552" y="3419168"/>
            <a:ext cx="530944" cy="52322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/>
              </a:solidFill>
              <a:highlight>
                <a:srgbClr val="008080"/>
              </a:highlight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188BE4B-1F9C-0022-1539-DFBBE59B2322}"/>
              </a:ext>
            </a:extLst>
          </p:cNvPr>
          <p:cNvCxnSpPr>
            <a:cxnSpLocks/>
          </p:cNvCxnSpPr>
          <p:nvPr/>
        </p:nvCxnSpPr>
        <p:spPr>
          <a:xfrm flipH="1">
            <a:off x="10071825" y="3942388"/>
            <a:ext cx="856727" cy="967569"/>
          </a:xfrm>
          <a:prstGeom prst="straightConnector1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0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7F2965-2D8F-0E78-1610-79F7CB51C303}"/>
              </a:ext>
            </a:extLst>
          </p:cNvPr>
          <p:cNvSpPr/>
          <p:nvPr/>
        </p:nvSpPr>
        <p:spPr>
          <a:xfrm>
            <a:off x="5285521" y="5952395"/>
            <a:ext cx="16209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滾動監聽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0CD137-3840-1727-9A4C-B343397BF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342" y="1355086"/>
            <a:ext cx="9202994" cy="414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3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門市據點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7CEF81-39E3-8A47-225C-F5996309B367}"/>
              </a:ext>
            </a:extLst>
          </p:cNvPr>
          <p:cNvSpPr/>
          <p:nvPr/>
        </p:nvSpPr>
        <p:spPr>
          <a:xfrm>
            <a:off x="3914534" y="5509943"/>
            <a:ext cx="485261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根據使用者輸入內容顯示資料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D76C57A3-6281-58C6-4C9C-407A6023B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673" y="1631950"/>
            <a:ext cx="9104331" cy="3594100"/>
          </a:xfrm>
        </p:spPr>
      </p:pic>
    </p:spTree>
    <p:extLst>
      <p:ext uri="{BB962C8B-B14F-4D97-AF65-F5344CB8AC3E}">
        <p14:creationId xmlns:p14="http://schemas.microsoft.com/office/powerpoint/2010/main" val="325575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商品頁面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0BCFFCA-9D12-5457-51AE-754E77299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807" y="1755773"/>
            <a:ext cx="9284316" cy="4202272"/>
          </a:xfrm>
        </p:spPr>
      </p:pic>
    </p:spTree>
    <p:extLst>
      <p:ext uri="{BB962C8B-B14F-4D97-AF65-F5344CB8AC3E}">
        <p14:creationId xmlns:p14="http://schemas.microsoft.com/office/powerpoint/2010/main" val="3816123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購物車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69E8688-1CBD-8203-CF2B-66362196F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972" y="513192"/>
            <a:ext cx="2545815" cy="5831614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F1AF82E-D076-B0EA-CA54-41506030A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935" y="2415607"/>
            <a:ext cx="3751965" cy="202678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E44F047-1BC9-5B73-B514-0CBCA5756F7F}"/>
              </a:ext>
            </a:extLst>
          </p:cNvPr>
          <p:cNvSpPr/>
          <p:nvPr/>
        </p:nvSpPr>
        <p:spPr>
          <a:xfrm>
            <a:off x="2552430" y="5333049"/>
            <a:ext cx="254581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2800" b="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顯示購物車內商品數量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BE5BA7-2696-7E82-119A-B52950DC2DA7}"/>
              </a:ext>
            </a:extLst>
          </p:cNvPr>
          <p:cNvSpPr/>
          <p:nvPr/>
        </p:nvSpPr>
        <p:spPr>
          <a:xfrm>
            <a:off x="9432133" y="2296688"/>
            <a:ext cx="16209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調整數量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AE7162-E0C2-86D9-253E-D0AFC3D20F40}"/>
              </a:ext>
            </a:extLst>
          </p:cNvPr>
          <p:cNvSpPr/>
          <p:nvPr/>
        </p:nvSpPr>
        <p:spPr>
          <a:xfrm>
            <a:off x="9432133" y="1032497"/>
            <a:ext cx="16209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刪除品項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845774-2DD2-7359-4E59-472CD9902D02}"/>
              </a:ext>
            </a:extLst>
          </p:cNvPr>
          <p:cNvSpPr/>
          <p:nvPr/>
        </p:nvSpPr>
        <p:spPr>
          <a:xfrm>
            <a:off x="9141691" y="4852678"/>
            <a:ext cx="233910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自動計算總價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6BE0D1-9888-C16C-FBC5-5406E77971AA}"/>
              </a:ext>
            </a:extLst>
          </p:cNvPr>
          <p:cNvSpPr/>
          <p:nvPr/>
        </p:nvSpPr>
        <p:spPr>
          <a:xfrm>
            <a:off x="8893523" y="5799630"/>
            <a:ext cx="26981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結帳清空購物車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62B55D6-3FCC-3678-493B-0039D55DFDEB}"/>
              </a:ext>
            </a:extLst>
          </p:cNvPr>
          <p:cNvCxnSpPr>
            <a:cxnSpLocks/>
          </p:cNvCxnSpPr>
          <p:nvPr/>
        </p:nvCxnSpPr>
        <p:spPr>
          <a:xfrm>
            <a:off x="8485239" y="1289012"/>
            <a:ext cx="946893" cy="0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AD29A96-7332-1BAB-2DE8-A92C44A9CBF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8555787" y="5114288"/>
            <a:ext cx="585904" cy="0"/>
          </a:xfrm>
          <a:prstGeom prst="straightConnector1">
            <a:avLst/>
          </a:prstGeom>
          <a:ln w="317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F720B39-63B4-D916-EC9D-DAEE038B3D3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288594" y="6061240"/>
            <a:ext cx="604929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C1A23C07-1208-8FEE-5B17-0293E976D4C1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3825338" y="3428999"/>
            <a:ext cx="919853" cy="1868217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2CCF62B0-C8F5-8372-7305-8D9876EA2354}"/>
              </a:ext>
            </a:extLst>
          </p:cNvPr>
          <p:cNvSpPr/>
          <p:nvPr/>
        </p:nvSpPr>
        <p:spPr>
          <a:xfrm>
            <a:off x="4336026" y="2558298"/>
            <a:ext cx="818329" cy="870701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22F84445-4C94-38BF-8D72-D23F42B864B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532852" y="2558298"/>
            <a:ext cx="899281" cy="0"/>
          </a:xfrm>
          <a:prstGeom prst="straightConnector1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87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36988-07C1-154F-887C-E827479F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4BB97B-A011-375D-BE7B-19B953991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872" y="2246672"/>
            <a:ext cx="10178322" cy="35935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sz="3200" dirty="0">
                <a:hlinkClick r:id="rId2"/>
              </a:rPr>
              <a:t>https://www.macc.com.tw/</a:t>
            </a:r>
            <a:endParaRPr lang="en-US" altLang="zh-TW" sz="3200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sz="3200" dirty="0">
                <a:hlinkClick r:id="rId3"/>
              </a:rPr>
              <a:t>https://www.hongya88.com.tw/</a:t>
            </a:r>
            <a:endParaRPr lang="en-US" altLang="zh-TW" sz="3200" dirty="0"/>
          </a:p>
          <a:p>
            <a:pPr marL="457200" indent="-457200">
              <a:buFont typeface="+mj-lt"/>
              <a:buAutoNum type="arabicPeriod"/>
            </a:pP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664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3FF2B416-1D1F-519C-898F-C0A3FEAF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</a:t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2433720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徽章">
  <a:themeElements>
    <a:clrScheme name="徽章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徽章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徽章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78</Words>
  <Application>Microsoft Office PowerPoint</Application>
  <PresentationFormat>寬螢幕</PresentationFormat>
  <Paragraphs>23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Gill Sans MT</vt:lpstr>
      <vt:lpstr>Impact</vt:lpstr>
      <vt:lpstr>Wingdings 2</vt:lpstr>
      <vt:lpstr>HDOfficeLightV0</vt:lpstr>
      <vt:lpstr>徽章</vt:lpstr>
      <vt:lpstr>小專題 早餐店官網</vt:lpstr>
      <vt:lpstr>使用工具</vt:lpstr>
      <vt:lpstr>首頁</vt:lpstr>
      <vt:lpstr>關於我們</vt:lpstr>
      <vt:lpstr>門市據點</vt:lpstr>
      <vt:lpstr>商品頁面</vt:lpstr>
      <vt:lpstr>購物車</vt:lpstr>
      <vt:lpstr>參考資料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家宇 林</dc:creator>
  <cp:lastModifiedBy>家宇 林</cp:lastModifiedBy>
  <cp:revision>13</cp:revision>
  <dcterms:created xsi:type="dcterms:W3CDTF">2024-06-04T09:35:32Z</dcterms:created>
  <dcterms:modified xsi:type="dcterms:W3CDTF">2024-08-29T12:17:35Z</dcterms:modified>
</cp:coreProperties>
</file>